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Inter"/>
      <p:regular r:id="rId12"/>
    </p:embeddedFont>
    <p:embeddedFont>
      <p:font typeface="Inter"/>
      <p:regular r:id="rId13"/>
    </p:embeddedFont>
    <p:embeddedFont>
      <p:font typeface="Inter"/>
      <p:regular r:id="rId14"/>
    </p:embeddedFont>
    <p:embeddedFont>
      <p:font typeface="Inter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68485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Novedad de Incapacidad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fundamental asegurar que las ausencias por incapacidad de tu equipo se registren de manera correcta y adecuada. Esta guía te proporcionará el protocolo exacto para gestionar estas novedades.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9293"/>
            <a:ext cx="88158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Principios Clave para tu Gestión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11862"/>
            <a:ext cx="4196358" cy="4708327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481382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98CD2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17170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98CD2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234184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3078837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Acción Inmediata ante el Reporte: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923586"/>
            <a:ext cx="368177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cuanto un colaborador te notifique sobre su incapacidad (por teléfono, mensaje o cualquier otro medio), tu responsabilidad es registrar la novedad en el sistema a la brevedad posible. No esperes a que el colaborador lo haga.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511862"/>
            <a:ext cx="4196358" cy="4708327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2481382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8AC340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217170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AC340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234184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3078837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Regla de los 2 Días: Tu Máxima Prioridad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4256" y="3923586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novedad se considera “extemporánea" (tardía) si se registran los hechos 2 días desde la fecha de inicio de la incapacidad.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474256" y="587418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objetivo principal es evitar a toda costa la creación de novedades extemporáneas.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2511862"/>
            <a:ext cx="4196358" cy="4708327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40133" y="2481382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098CD2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98032" y="217170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98CD2"/>
          </a:solidFill>
          <a:ln/>
        </p:spPr>
      </p:sp>
      <p:sp>
        <p:nvSpPr>
          <p:cNvPr id="19" name="Text 17"/>
          <p:cNvSpPr/>
          <p:nvPr/>
        </p:nvSpPr>
        <p:spPr>
          <a:xfrm>
            <a:off x="11602105" y="234184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7427" y="3078837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Registre la Novedad, Incluso sin Soporte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97427" y="3923586"/>
            <a:ext cx="368177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debes esperar a recibir el certificado médico para crear el registro. Procede a subir la novedad con la información que tienes. La falta de soporte se puede indicar en las observaciones.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76493" y="740450"/>
            <a:ext cx="4077295" cy="315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8AC3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REGISTRAR LA  NOVEDAD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4179" y="1197173"/>
            <a:ext cx="631984" cy="20485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6528" y="1323499"/>
            <a:ext cx="8019574" cy="31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acceder a la nueva plataforma donde centralizaremos los registros (el nuevo módulo), solo tienes que entrar en el aplicativo 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98C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SIC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después ir a la sección 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'Mis perfiles / Gestión de personal'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10" y="1717715"/>
            <a:ext cx="1151692" cy="140172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179" y="3245763"/>
            <a:ext cx="631984" cy="140850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6528" y="3372088"/>
            <a:ext cx="8019574" cy="157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vez ahí, 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haz click en el Panel de '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Registro'.</a:t>
            </a:r>
            <a:endParaRPr lang="en-US" sz="9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015" y="3608784"/>
            <a:ext cx="1762601" cy="919163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179" y="4654272"/>
            <a:ext cx="631984" cy="1129546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3656528" y="4780598"/>
            <a:ext cx="8019574" cy="31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el panel que aparece, se debe digitar la cédula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la persona a la que se le realizara la novedad, después haz click en el botón "buscar"</a:t>
            </a:r>
            <a:endParaRPr lang="en-US" sz="95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9500" y="5174813"/>
            <a:ext cx="2373511" cy="482679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4179" y="5783818"/>
            <a:ext cx="631984" cy="1705332"/>
          </a:xfrm>
          <a:prstGeom prst="rect">
            <a:avLst/>
          </a:prstGeom>
        </p:spPr>
      </p:pic>
      <p:sp>
        <p:nvSpPr>
          <p:cNvPr id="13" name="Text 4"/>
          <p:cNvSpPr/>
          <p:nvPr/>
        </p:nvSpPr>
        <p:spPr>
          <a:xfrm>
            <a:off x="3656528" y="5910143"/>
            <a:ext cx="8019574" cy="315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 de la información de la persona que aparece, 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desplázate hasta la sección 'Estados'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(generalmente al final) y </a:t>
            </a:r>
            <a:pPr algn="l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 el botón 'Incapacidad'</a:t>
            </a:r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1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3862" y="6304359"/>
            <a:ext cx="4964906" cy="821769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3656528" y="7205305"/>
            <a:ext cx="8019574" cy="157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68999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Proceso de Registro en el Sistema: Tu Paso a Paso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02449" y="779502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Cuando un miembro de tu equipo te informa sobre una incapacidad, sigue estos pasos: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402449" y="979289"/>
            <a:ext cx="113348" cy="1536740"/>
          </a:xfrm>
          <a:prstGeom prst="roundRect">
            <a:avLst>
              <a:gd name="adj" fmla="val 42024"/>
            </a:avLst>
          </a:prstGeom>
          <a:solidFill>
            <a:srgbClr val="098CD2"/>
          </a:solidFill>
          <a:ln w="7620">
            <a:solidFill>
              <a:srgbClr val="22A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72470" y="1092637"/>
            <a:ext cx="320706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Paso 1: Diligencia las Fechas de la Incapacidad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72470" y="1303734"/>
            <a:ext cx="7655481" cy="291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 inicial: Selecciona el primer día de ausencia que te reportó el colaborador.</a:t>
            </a:r>
            <a:endParaRPr lang="en-US" sz="8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Fecha final: Ingresa el último día de la incapacidad.</a:t>
            </a:r>
            <a:endParaRPr lang="en-US" sz="8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8905" y="1659374"/>
            <a:ext cx="3742611" cy="543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72470" y="2266593"/>
            <a:ext cx="7655481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572470" y="2572703"/>
            <a:ext cx="113348" cy="1417082"/>
          </a:xfrm>
          <a:prstGeom prst="roundRect">
            <a:avLst>
              <a:gd name="adj" fmla="val 42024"/>
            </a:avLst>
          </a:prstGeom>
          <a:solidFill>
            <a:srgbClr val="8AC340"/>
          </a:solidFill>
          <a:ln w="7620">
            <a:solidFill>
              <a:srgbClr val="70A9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42492" y="2686050"/>
            <a:ext cx="292739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Paso 2: Verifica el Horario del Colaborador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742492" y="2897148"/>
            <a:ext cx="748545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Diligencia las horas asignadas del turno del colaborador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742492" y="3067169"/>
            <a:ext cx="748545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171" y="3266956"/>
            <a:ext cx="4234101" cy="4096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2492" y="3740348"/>
            <a:ext cx="748545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742611" y="4046458"/>
            <a:ext cx="113348" cy="1648301"/>
          </a:xfrm>
          <a:prstGeom prst="roundRect">
            <a:avLst>
              <a:gd name="adj" fmla="val 42024"/>
            </a:avLst>
          </a:prstGeom>
          <a:solidFill>
            <a:srgbClr val="098CD2"/>
          </a:solidFill>
          <a:ln w="7620">
            <a:solidFill>
              <a:srgbClr val="22A5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912632" y="4159806"/>
            <a:ext cx="326338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Paso 3: Adjunta Soportes (si están disponibles)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912632" y="4370903"/>
            <a:ext cx="731531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el colaborador ya te envió el soporte médico, adjúntalo en este paso, si no lo tienes, deja el campo vacío y procede. Tu prioridad es que la novedad quede registrada.</a:t>
            </a:r>
            <a:endParaRPr lang="en-US" sz="8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944" y="4706779"/>
            <a:ext cx="1562576" cy="67484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12632" y="5445323"/>
            <a:ext cx="73153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12751" y="5751433"/>
            <a:ext cx="113348" cy="2103120"/>
          </a:xfrm>
          <a:prstGeom prst="roundRect">
            <a:avLst>
              <a:gd name="adj" fmla="val 42024"/>
            </a:avLst>
          </a:prstGeom>
          <a:solidFill>
            <a:srgbClr val="8AC340"/>
          </a:solidFill>
          <a:ln w="7620">
            <a:solidFill>
              <a:srgbClr val="70A92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082772" y="5864781"/>
            <a:ext cx="3800475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Paso 4: Agregue Observaciones Claras y Profesionales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082772" y="6075878"/>
            <a:ext cx="714517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Este es un campo crucial para la trazabilidad. Sé específico.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4082772" y="6245900"/>
            <a:ext cx="7145179" cy="564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1:"Colaborador Juan Pérez informa vía WhatsApp su incapacidad a las 7:30 am Se registra novedad y queda pendiente de enviar el soporte."</a:t>
            </a:r>
            <a:endParaRPr lang="en-US" sz="850" dirty="0"/>
          </a:p>
          <a:p>
            <a:pPr algn="l" marL="342900" indent="-342900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2:"Registro de incapacidad con fecha extemporánea, ya que el colaborador notificó con dos días de retraso. Se le retroalimenta sobre la importancia del reporte oportuno."</a:t>
            </a:r>
            <a:endParaRPr lang="en-US" sz="8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075" y="6873716"/>
            <a:ext cx="4580573" cy="6677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082772" y="7605117"/>
            <a:ext cx="714517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3742611" y="7911227"/>
            <a:ext cx="113348" cy="1321832"/>
          </a:xfrm>
          <a:prstGeom prst="roundRect">
            <a:avLst>
              <a:gd name="adj" fmla="val 42024"/>
            </a:avLst>
          </a:prstGeom>
          <a:solidFill>
            <a:srgbClr val="098CD2"/>
          </a:solidFill>
          <a:ln w="7620">
            <a:solidFill>
              <a:srgbClr val="22A5E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912632" y="8024574"/>
            <a:ext cx="292191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Paso 5: Guarda para Formalizar el Registro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912632" y="8235672"/>
            <a:ext cx="73153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 la información y haz clic en "Guardar". Con esta acción, la novedad queda formalmente registrada en el sistema.</a:t>
            </a:r>
            <a:endParaRPr lang="en-US" sz="8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6100" y="8435459"/>
            <a:ext cx="1348264" cy="48446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912632" y="8983623"/>
            <a:ext cx="7315319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35079"/>
            <a:ext cx="11547991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Buenas Prácticas para una Gestión Exitosa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54" y="1765459"/>
            <a:ext cx="1111448" cy="16266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7168" y="1987748"/>
            <a:ext cx="5627727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Fomenta la Cultura del Reporte Oportuno: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2107168" y="2465665"/>
            <a:ext cx="11745278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tus reuniones de equipo, recuerda a tus colaboradores la importancia de notificarte sobre cualquier incapacidad el mismo día que ocurra.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54" y="3392091"/>
            <a:ext cx="1111448" cy="16266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07168" y="3614380"/>
            <a:ext cx="3461266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Sé proactivo, no reactivo: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2107168" y="4092297"/>
            <a:ext cx="11745278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hay novedades acumuladas. Regístralas tan pronto te sean comunicadas para garantizar la calidad de la información.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54" y="5018723"/>
            <a:ext cx="1111448" cy="16266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07168" y="5241012"/>
            <a:ext cx="3841433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trazabilidad es tu alianza: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2107168" y="5718929"/>
            <a:ext cx="11745278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Recuérdale al colaborador que debe radicar sus incapacidades de lo contrario la misma será descontada como ausentismo.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77954" y="6890385"/>
            <a:ext cx="13074491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gestión rigurosa de este proceso es vital para el correcto funcionamiento de la operación y la administración de personal.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2026-03-24T03:31:00Z</dcterms:created>
  <dcterms:modified xsi:type="dcterms:W3CDTF">2026-03-24T03:31:00Z</dcterms:modified>
</cp:coreProperties>
</file>